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16E93-E695-1BCD-A48E-025113F00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17EE0-C337-65B8-4A24-33073727E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C8AE1-CD53-CFCB-DD20-2B9A4999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DA0C3-7B7D-011C-40DD-4C1F4131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B963-8A85-7EF4-DF91-128A3F9E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35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8A8B-88E2-D3E3-2DD1-E4503840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ECD1-F3E2-5EDC-1DEB-2A4ED68E3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CF692-4BC0-242F-817A-1530EB989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6DB54-7537-5B92-DA93-ECFCC037C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9A2CA-753E-6FFF-0E82-2F889735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557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BD43-AEB6-91FB-9A20-6D2057EF0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6A900-3D6C-F9D2-C02E-DF6C84642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71747-1B57-CBA1-9578-15A03213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97212-3E4D-EB55-7C99-34B5BF8A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2F9F3-1588-E45E-6CE1-E048FE7D0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61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2B94-2CB2-0C5B-1E8E-AC25E634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4B047-AB72-D40B-E0F9-F07C829D9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BA232-FCEA-4752-CB9C-B6933A0FC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727E6-980D-B247-DA2E-E3AC31E2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69806-2F0D-F416-EFF5-111F5D57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71ED4-B3BA-656B-2CFF-95883DA2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84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2C6D4-23C3-7F9C-638E-16FF3015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5C046-6745-CB7C-1D9B-B0514C468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97C19-DA67-78DE-2C4E-5CBD93198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35480-E454-2D83-CDE1-8042DE234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29417-3989-00A7-4026-4EEE3F78C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84704-C5DD-A176-B5A4-A50FB064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F0223-4E30-39C0-8219-FEDE348B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617CEE-3D67-B610-C467-A0397AEA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50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B97A-979D-4CCF-94D1-41ED5224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93484-5F08-708B-09EA-12E94F7C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86C99-517A-8E30-ACF1-7E3ECAE1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0F3BE-08E3-A7C2-8C63-2630CE55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25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3EB34-FC82-1713-56A4-F11D4710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5891C4-95EE-83A7-0063-A724CFC35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B0B79-0DCF-497A-EA5E-F0F40B11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79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40C3-648E-48FD-0609-65BFC458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77352-2384-602E-F0B5-B7B22ECFF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68F48-8F39-3FAA-5DD9-967AD5AF4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2D34A-7AC1-DFE2-244C-82BC0FC9A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12DD2-F6B6-0711-24A2-8D4BA1AB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FA5A6-0126-9478-224D-EE7DFAC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45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550F-58D1-5444-2CD7-F9C3984CC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0BFC71-A473-84DD-FBEE-B650FDEAA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9DFE1-2B88-18BA-937D-BAA8622C7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F8514-B7FD-FAC0-794E-345EDCED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AAC65-928C-9238-C9C8-2C055D1C8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0B24A-A4A4-CBD4-826C-5EEE7C25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28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2FE3A-BF95-B36F-81FD-1F5725D6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008FA-DCEC-5BA3-919F-CE063F371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1F35C-AEF5-BA00-93D4-DED33F8F4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F0A4C-9C0A-84C9-589D-99B83101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F7A01-7608-0271-99D5-83026E09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522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7D14CF-61A7-0F00-D134-2073C7D47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D1F11-8E21-A26C-C623-993842606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7FEB0-2BD0-85FF-FD57-C14C4C6AB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BADD0-E3C0-492A-373F-8B720829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6794D-83DD-ABC1-91DC-B44ABC52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67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F709BC-DFFE-8FD9-7941-8D21A1FD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CCB87-1FC3-7A38-56A3-E9AF15304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2CAD1-7538-53A3-A272-039ABA21E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BB221-0334-4713-98D8-3D3CFC91075D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7EC03-72F6-9E7A-51EC-363178FE9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AF0D9-AC2C-5931-17BA-18F139022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FF35F-BFCD-4192-84FD-FCF7038E9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7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DE70-D387-A3DE-E356-FEC16A385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kkk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8DA6F-7D56-831F-5E49-F124BAD76D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772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kkk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kkk</dc:title>
  <dc:creator>Sankalp Jha</dc:creator>
  <cp:lastModifiedBy>Sankalp Jha</cp:lastModifiedBy>
  <cp:revision>1</cp:revision>
  <dcterms:created xsi:type="dcterms:W3CDTF">2023-10-17T17:12:51Z</dcterms:created>
  <dcterms:modified xsi:type="dcterms:W3CDTF">2023-10-17T17:13:00Z</dcterms:modified>
</cp:coreProperties>
</file>